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54864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109728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256032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502920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585216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557784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73152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45720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31720"/>
            <a:ext cx="1463040" cy="8229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le HTML, le CSS et le JavaScript en construisant un navigateur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d'images astronomiques de la NASA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académique — Exercice « coding dojo » de l'EPFL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par Kapas3T  •  github.com/Kapas3T/kata-APOD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quoi allons-nous parler 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qu'un « kata » de code 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89864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APOD : contexte et objectif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73989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739896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langages du Web : HTML, CSS, JavaScript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58114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4581144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expliqué pas à pas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422392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542239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limites et ce qu'on apprend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/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qu'un « kata » de code 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— LE CONTEXTE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kata, c'est quoi 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 vient des arts martiaux : une série de mouvements qu'on répète pour progresser.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programmation, un « kata » est un petit exercice qu'on refait, seul ou en groupe, pour s'entraîner.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Ici, le kata est proposé par le Coding Dojo de l'EPFL : un rendez-vous où des développeurs et développeuses s'entraînent ensemble.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Chacun·e choisit librement son langage et ses outils, puis propose sa version par une pull request sur GitHub.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but n'est pas la compétition, mais l'apprentissage et le partage de différentes solutions au même problème.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/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APOD : contexte et objectif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— LE DÉFI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APOD : la photo d'astronomie du jour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jour depuis 1995, la NASA publie une photo ou vidéo d'astronomie commentée par des scientifiques.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l'« Astronomy Picture of the Day », consultable sur apod.nasa.gov/apod/astropix.html.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NASA met aussi cette information à disposition sous forme d'API, sur api.nasa.gov.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API est une porte d'entrée qu'un programme peut utiliser pour demander des données à un service, sans passer par un site web classique.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kata consiste à construire sa propre page web qui affiche cette photo du jour, en utilisant cette API.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— LE DÉFI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l'application doit savoir faire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affichées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la photo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du jour concerné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/ explication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du copyright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« jour précédent 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« jour suivant 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Désactivé si on est déjà au jour le plus récent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de 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7889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d'onglet dynamique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(ex. « Kata APOD 2024-09-10 »)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meta renseignées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 de page avec lien vers le code source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— LE DÉFI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quoi ça doit ressembler 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991870" y="1892808"/>
            <a:ext cx="6207956" cy="3941064"/>
          </a:xfrm>
          <a:prstGeom prst="roundRect">
            <a:avLst>
              <a:gd name="adj" fmla="val 1392"/>
            </a:avLst>
          </a:prstGeom>
          <a:ln w="12700">
            <a:solidFill>
              <a:srgbClr val="2A3A5C"/>
            </a:solidFill>
            <a:prstDash val="solid"/>
          </a:ln>
        </p:spPr>
      </p:sp>
      <p:pic>
        <p:nvPicPr>
          <p:cNvPr id="9" name="Image 0" descr="\home\vdiseren\dev\kata-APOD\doc\apod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5022" y="1965960"/>
            <a:ext cx="6061652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5943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proposée dans l'énoncé du kata : une image centrale, deux flèches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navigation, et un bandeau d'informations en dessous.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965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/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langages du Web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2965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— LES BRIQUES DU WEB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page web, c'est comme construire une maison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9050">
            <a:solidFill>
              <a:srgbClr val="E34F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945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E34F2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4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murs, les pièces, les fondations.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définit CE QUI est sur la page : titres, textes, images, boutons…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9050">
            <a:solidFill>
              <a:srgbClr val="2965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1945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2965F1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L'habillage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peinture, la déco, l'agencement.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définit À QUOI ça ressemble : couleurs, tailles, alignement…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9050">
            <a:solidFill>
              <a:srgbClr val="F0D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1945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0DB4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comportement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42900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L'électricité et les automatismes.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définit CE QUE ça FAIT : réagir aux clics, aller chercher des données…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E34F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4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— HTML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: décrire le contenu avec des balises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balise s'écrit entre chevrons, en général par paire : &lt;p&gt; ... &lt;/p&gt; veut dire « ceci est un paragraphe ».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est organisée en deux grandes zones :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: les informations invisibles (titre d'onglet, description pour les moteurs de recherche…)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 : tout ce qui s'affiche réellement à l'écran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regroupe souvent des éléments dans des &lt;div&gt; (des « boîtes »), auxquelles on donne un nom (id ou class) pour pouvoir les retrouver facilement.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E34F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4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— HTML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code — la structure de index.html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19019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class="header"&gt;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class="title"&gt;Astronomy Picture of the Day&lt;/h1&gt;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class="mainmediabox"&gt;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id="media-image" src="..." /&gt;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id="apod-title"&gt;APOD_TITLE_HERE&lt;/p&gt;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boîte a un rôle précis : l'en-tête, la zone centrale pour la photo,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des zones de texte repérables grâce à leur id (ex. apod-title).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2965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—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: choisir une boîte et lui donner un style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règle CSS commence toujours par un sélecteur : « à quel élément est-ce que je parle ? »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.ma-classe { ... } vise tous les éléments ayant class="ma-classe"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les accolades, on liste des propriétés : couleur, taille, espacement, alignement…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(display: flex) est un outil très utile pour aligner plusieurs éléments en ligne ou en colonne, et les centrer facilement.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exactement ce qui permet d'aligner l'image et les deux flèches de navigation côte à côte.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2965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—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code — centrer les éléments avec Flexbox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19019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.flexbox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.mainmediabox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1200px;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display: flex » transforme la boîte en ligne flexible, et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justify-content: center » centre son contenu horizontalement.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/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expliqué pas à pas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JAVASCRIPT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: rendre la page vivante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et CSS décrivent une page statique. JavaScript, lui, lui donne un comportement.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ce projet, JavaScript a trois « super-pouvoirs » :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Aller chercher des données sur Internet (l'API de la NASA)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Modifier ce qui est affiché à l'écran (le titre, l'image, le texte…)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Réagir aux clics de la personne qui utilise la page (les boutons « précédent » / « suivant »)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Voyons ces trois pouvoirs un par un, avec le vrai code du projet.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SUPER-POUVOIR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chercher des données : l'API et fetch()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API est une adresse (URL) qu'un programme peut interroger pour obtenir des informations, au lieu d'un humain qui lit une page.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 est la fonction JavaScript qui envoie cette demande au serveur de la NASA.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arrive au format JSON : une structure de données organisée, facile à lire pour un programme (un peu comme un tableau de fiches).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« fiche » contient : le titre, la date, la description, l'URL de l'image, etc.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 échange se fait en arrière-plan, sans recharger la page : c'est ce qu'on appelle une requête asynchrone.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SUPER-POUVOIR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code — fetchimage.js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19019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fetch('https://science.nasa.gov/.../apod-basic/?api_key=...')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.then((data) =&gt; data.json())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.then((data)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 = data;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loadInfo(0);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 demande les données à la NASA avec fetch().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Quand la réponse arrive, on la convertit en JSON (.then → .json()).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On stocke le résultat, puis on affiche la photo la plus récente (loadInfo(0)).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SUPER-POUVOIR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l'affichage : le DOM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DOM (Document Object Model) est la représentation en mémoire de la page, que le navigateur garde à jour en permanence.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peut aller y chercher une boîte précise grâce à document.getElementById("..."), en utilisant l'id défini dans le HTML.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la boîte trouvée, on peut changer :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.textContent → le texte affiché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.src → l'image ou le lien pointé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ce mécanisme qui permet d'afficher le titre, la date et la description reçus de la NASA, sans jamais recharger la page.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SUPER-POUVOIR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code — la fonction loadInfo()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19019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loadInfo(index)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currentImageIndex = Math.max(0, Math.min(index, 24));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document.getElementById('media-image').src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images[currentImageIndex].hdurl;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document.getElementById('apod-title').textContent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images[currentImageIndex].title;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Math.max / Math.min empêchent de sortir des 25 jours chargés (index 0 à 24).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média est une vidéo, le code remplace même la balise &lt;img&gt; par un &lt;iframe&gt; YouTube.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SUPER-POUVOIR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Réagir aux clics : les événements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HTML, chaque flèche a un attribut onclick qui déclenche une fonction JavaScript au clic.</a:t>
            </a:r>
            <a:endParaRPr lang="en-US" sz="18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&lt;input onclick="prevImg()" /&gt; et &lt;input onclick="nextImg()" /&gt;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deux fonctions se contentent d'appeler loadInfo() avec l'index précédent ou suivant.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Grâce au clamp vu précédemment (Math.max / Math.min), impossible de cliquer en dehors des 25 jours disponibles : le bouton « suivant » n'avance plus au-delà d'aujourd'hui.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— VUE D'ENSEMBLE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les trois langages collaborent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4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charge dans le navigateur et appelle fetchimage.js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0" cy="320040"/>
          </a:xfrm>
          <a:prstGeom prst="line">
            <a:avLst/>
          </a:prstGeom>
          <a:noFill/>
          <a:ln w="1905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fetchimage.js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 l'API de la NASA avec fetch()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0" cy="320040"/>
          </a:xfrm>
          <a:prstGeom prst="line">
            <a:avLst/>
          </a:prstGeom>
          <a:noFill/>
          <a:ln w="1905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JSON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 reçue, puis loadInfo() met à jour le DOM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526280"/>
            <a:ext cx="0" cy="320040"/>
          </a:xfrm>
          <a:prstGeom prst="line">
            <a:avLst/>
          </a:prstGeom>
          <a:noFill/>
          <a:ln w="1905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965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6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stlyles.css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habille chaque boîte mise à jour : couleurs, mise en page, centrage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7ED6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/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limites et ce qu'on apprend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7ED6A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— BILAN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fonctionne aujourd'hui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la page et pied de page avec lien vers le code source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Titre, date, description et copyright de l'APOD affichés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précédent / suivant fonctionnels, avec limite au jour le plus récent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meta (description, auteur, mots-clés) renseignées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d'onglet dynamique, mis à jour avec la date affichée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7ED6A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— PISTES D'AMÉLIORATION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reste à améliorer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complète des médias : certaines vidéos ne sont pas toujours correctement extraites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ligne publique de l'application (par exemple via GitHub Pages)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partageable pointant vers une date précise (ex. ?date=2024-09-10)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Possibilité d'utiliser sa propre clé d'API plutôt qu'une clé partagée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des fichiers d'expérimentation qui ne font pas partie de l'application finale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APOD — EPFL Coding Dojo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7ED6A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—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retient de ce kata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et JavaScript jouent chacun un rôle distinct : structure, présentation, comportement.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web moderne « discute » très souvent avec un serveur via une API, en JSON.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DOM est le pont entre le code JavaScript et ce que voit réellement la personne qui utilise le site.</a:t>
            </a:r>
            <a:endParaRPr lang="en-US" sz="18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S'entraîner sur un petit projet concret, avec un cahier des charges clair, est un excellent moyen d'apprendre le développement web.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463040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 : github.com/Kapas3T/kata-APOD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original : github.com/epfl-dojo/kata-APOD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Kata APOD — Présentation académique</dc:title>
  <dc:subject>PptxGenJS Presentation</dc:subject>
  <dc:creator>Kapas3T</dc:creator>
  <cp:lastModifiedBy>Kapas3T</cp:lastModifiedBy>
  <cp:revision>1</cp:revision>
  <dcterms:created xsi:type="dcterms:W3CDTF">2026-10-26T11:53:17Z</dcterms:created>
  <dcterms:modified xsi:type="dcterms:W3CDTF">2026-10-26T11:53:17Z</dcterms:modified>
</cp:coreProperties>
</file>